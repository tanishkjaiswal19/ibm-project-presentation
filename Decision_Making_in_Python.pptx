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7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732" y="846138"/>
            <a:ext cx="8229600" cy="1143000"/>
          </a:xfrm>
        </p:spPr>
        <p:txBody>
          <a:bodyPr>
            <a:noAutofit/>
          </a:bodyPr>
          <a:lstStyle/>
          <a:p>
            <a:r>
              <a:rPr sz="6500" b="1" i="1" u="sng" dirty="0" smtClean="0">
                <a:solidFill>
                  <a:schemeClr val="bg1"/>
                </a:solidFill>
              </a:rPr>
              <a:t>Decision-Making </a:t>
            </a:r>
            <a:r>
              <a:rPr sz="6500" b="1" i="1" u="sng" dirty="0">
                <a:solidFill>
                  <a:schemeClr val="bg1"/>
                </a:solidFill>
              </a:rPr>
              <a:t>Statements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896" y="2847372"/>
            <a:ext cx="8837272" cy="3440837"/>
          </a:xfrm>
          <a:solidFill>
            <a:schemeClr val="accent3"/>
          </a:solidFill>
        </p:spPr>
        <p:txBody>
          <a:bodyPr/>
          <a:lstStyle/>
          <a:p>
            <a:endParaRPr lang="en-GB" b="1" i="1" u="sng" dirty="0"/>
          </a:p>
          <a:p>
            <a:r>
              <a:rPr lang="en-GB" b="1" i="1" u="sng" dirty="0"/>
              <a:t>An Overview of Conditional Logic in Python</a:t>
            </a:r>
          </a:p>
          <a:p>
            <a:endParaRPr lang="en-GB" dirty="0" smtClean="0">
              <a:solidFill>
                <a:schemeClr val="bg2"/>
              </a:solidFill>
            </a:endParaRPr>
          </a:p>
          <a:p>
            <a:endParaRPr lang="en-GB" dirty="0">
              <a:solidFill>
                <a:schemeClr val="bg2"/>
              </a:solidFill>
            </a:endParaRPr>
          </a:p>
          <a:p>
            <a:r>
              <a:rPr lang="en-GB" dirty="0" smtClean="0">
                <a:solidFill>
                  <a:schemeClr val="bg2"/>
                </a:solidFill>
              </a:rPr>
              <a:t>Presented by : </a:t>
            </a:r>
            <a:r>
              <a:rPr lang="en-GB" sz="4000" b="1" dirty="0" err="1" smtClean="0">
                <a:solidFill>
                  <a:schemeClr val="bg1"/>
                </a:solidFill>
              </a:rPr>
              <a:t>Tanishk</a:t>
            </a:r>
            <a:r>
              <a:rPr lang="en-GB" sz="4000" b="1" dirty="0" smtClean="0">
                <a:solidFill>
                  <a:schemeClr val="bg1"/>
                </a:solidFill>
              </a:rPr>
              <a:t> </a:t>
            </a:r>
            <a:r>
              <a:rPr lang="en-GB" sz="4000" b="1" dirty="0" err="1" smtClean="0">
                <a:solidFill>
                  <a:schemeClr val="bg1"/>
                </a:solidFill>
              </a:rPr>
              <a:t>Jaiswal</a:t>
            </a:r>
            <a:endParaRPr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500" b="1" i="1" u="sng" dirty="0"/>
              <a:t>Introduction to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/>
          </a:solidFill>
        </p:spPr>
        <p:txBody>
          <a:bodyPr>
            <a:normAutofit lnSpcReduction="10000"/>
          </a:bodyPr>
          <a:lstStyle/>
          <a:p>
            <a:r>
              <a:t>What is Decision-Making?</a:t>
            </a:r>
          </a:p>
          <a:p>
            <a:r>
              <a:t>- Ability to make decisions based on conditions.</a:t>
            </a:r>
          </a:p>
          <a:p>
            <a:r>
              <a:t>- Implemented using if, else, elif statements.</a:t>
            </a:r>
          </a:p>
          <a:p>
            <a:endParaRPr/>
          </a:p>
          <a:p>
            <a:r>
              <a:t>Importance in Programming:</a:t>
            </a:r>
          </a:p>
          <a:p>
            <a:r>
              <a:t>- Executes actions based on conditions.</a:t>
            </a:r>
          </a:p>
          <a:p>
            <a:r>
              <a:t>- Enables dynamic, responsive programs.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Basic If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/>
          </a:solidFill>
        </p:spPr>
        <p:txBody>
          <a:bodyPr>
            <a:normAutofit fontScale="77500" lnSpcReduction="20000"/>
          </a:bodyPr>
          <a:lstStyle/>
          <a:p>
            <a:r>
              <a:rPr dirty="0"/>
              <a:t>Syntax:</a:t>
            </a:r>
          </a:p>
          <a:p>
            <a:r>
              <a:rPr dirty="0"/>
              <a:t>if condition:</a:t>
            </a:r>
          </a:p>
          <a:p>
            <a:r>
              <a:rPr dirty="0"/>
              <a:t>    # code runs if condition is True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age = 18</a:t>
            </a:r>
          </a:p>
          <a:p>
            <a:r>
              <a:rPr dirty="0"/>
              <a:t>if age &gt;= 18:</a:t>
            </a:r>
          </a:p>
          <a:p>
            <a:r>
              <a:rPr dirty="0"/>
              <a:t>    print('You are an adult.')</a:t>
            </a:r>
          </a:p>
          <a:p>
            <a:endParaRPr dirty="0"/>
          </a:p>
          <a:p>
            <a:r>
              <a:rPr dirty="0"/>
              <a:t>Explanation:</a:t>
            </a:r>
          </a:p>
          <a:p>
            <a:r>
              <a:rPr dirty="0"/>
              <a:t>Checks condition and executes code if True.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UpDiag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If-Else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/>
          </a:solidFill>
        </p:spPr>
        <p:txBody>
          <a:bodyPr>
            <a:normAutofit fontScale="70000" lnSpcReduction="20000"/>
          </a:bodyPr>
          <a:lstStyle/>
          <a:p>
            <a:r>
              <a:rPr dirty="0"/>
              <a:t>Syntax:</a:t>
            </a:r>
          </a:p>
          <a:p>
            <a:r>
              <a:rPr dirty="0"/>
              <a:t>if condition:</a:t>
            </a:r>
          </a:p>
          <a:p>
            <a:r>
              <a:rPr dirty="0"/>
              <a:t>    # True block</a:t>
            </a:r>
          </a:p>
          <a:p>
            <a:r>
              <a:rPr dirty="0"/>
              <a:t>else:</a:t>
            </a:r>
          </a:p>
          <a:p>
            <a:r>
              <a:rPr dirty="0"/>
              <a:t>    # False block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age = 16</a:t>
            </a:r>
          </a:p>
          <a:p>
            <a:r>
              <a:rPr dirty="0"/>
              <a:t>if age &gt;= 18:</a:t>
            </a:r>
          </a:p>
          <a:p>
            <a:r>
              <a:rPr dirty="0"/>
              <a:t>    print('You are an adult.')</a:t>
            </a:r>
          </a:p>
          <a:p>
            <a:r>
              <a:rPr dirty="0"/>
              <a:t>else:</a:t>
            </a:r>
          </a:p>
          <a:p>
            <a:r>
              <a:rPr dirty="0"/>
              <a:t>    print('You are a minor.')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narHorz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 err="1"/>
              <a:t>Elif</a:t>
            </a:r>
            <a:r>
              <a:rPr b="1" i="1" u="sng" dirty="0"/>
              <a:t> (Else If)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/>
          </a:solidFill>
        </p:spPr>
        <p:txBody>
          <a:bodyPr>
            <a:normAutofit fontScale="55000" lnSpcReduction="20000"/>
          </a:bodyPr>
          <a:lstStyle/>
          <a:p>
            <a:r>
              <a:rPr dirty="0"/>
              <a:t>Syntax:</a:t>
            </a:r>
          </a:p>
          <a:p>
            <a:r>
              <a:rPr dirty="0"/>
              <a:t>if cond1:</a:t>
            </a:r>
          </a:p>
          <a:p>
            <a:r>
              <a:rPr dirty="0"/>
              <a:t>    ...</a:t>
            </a:r>
          </a:p>
          <a:p>
            <a:r>
              <a:rPr dirty="0" err="1"/>
              <a:t>elif</a:t>
            </a:r>
            <a:r>
              <a:rPr dirty="0"/>
              <a:t> cond2:</a:t>
            </a:r>
          </a:p>
          <a:p>
            <a:r>
              <a:rPr dirty="0"/>
              <a:t>    ...</a:t>
            </a:r>
          </a:p>
          <a:p>
            <a:r>
              <a:rPr dirty="0"/>
              <a:t>else:</a:t>
            </a:r>
          </a:p>
          <a:p>
            <a:r>
              <a:rPr dirty="0"/>
              <a:t>    ...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score = 85</a:t>
            </a:r>
          </a:p>
          <a:p>
            <a:r>
              <a:rPr dirty="0"/>
              <a:t>if score &gt;= 90:</a:t>
            </a:r>
          </a:p>
          <a:p>
            <a:r>
              <a:rPr dirty="0"/>
              <a:t>    print('Grade A')</a:t>
            </a:r>
          </a:p>
          <a:p>
            <a:r>
              <a:rPr dirty="0" err="1"/>
              <a:t>elif</a:t>
            </a:r>
            <a:r>
              <a:rPr dirty="0"/>
              <a:t> score &gt;= 80:</a:t>
            </a:r>
          </a:p>
          <a:p>
            <a:r>
              <a:rPr dirty="0"/>
              <a:t>    print('Grade B')</a:t>
            </a:r>
          </a:p>
          <a:p>
            <a:r>
              <a:rPr dirty="0"/>
              <a:t>else:</a:t>
            </a:r>
          </a:p>
          <a:p>
            <a:r>
              <a:rPr dirty="0"/>
              <a:t>    print('Grade C')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6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Nested If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3"/>
          </a:solidFill>
        </p:spPr>
        <p:txBody>
          <a:bodyPr>
            <a:normAutofit fontScale="92500" lnSpcReduction="20000"/>
          </a:bodyPr>
          <a:lstStyle/>
          <a:p>
            <a:r>
              <a:rPr dirty="0"/>
              <a:t>Example:</a:t>
            </a:r>
          </a:p>
          <a:p>
            <a:r>
              <a:rPr dirty="0" err="1"/>
              <a:t>num</a:t>
            </a:r>
            <a:r>
              <a:rPr dirty="0"/>
              <a:t> = 10</a:t>
            </a:r>
          </a:p>
          <a:p>
            <a:r>
              <a:rPr dirty="0"/>
              <a:t>if </a:t>
            </a:r>
            <a:r>
              <a:rPr dirty="0" err="1"/>
              <a:t>num</a:t>
            </a:r>
            <a:r>
              <a:rPr dirty="0"/>
              <a:t> &gt; 0:</a:t>
            </a:r>
          </a:p>
          <a:p>
            <a:r>
              <a:rPr dirty="0"/>
              <a:t>    if </a:t>
            </a:r>
            <a:r>
              <a:rPr dirty="0" err="1"/>
              <a:t>num</a:t>
            </a:r>
            <a:r>
              <a:rPr dirty="0"/>
              <a:t> % 2 == 0:</a:t>
            </a:r>
          </a:p>
          <a:p>
            <a:r>
              <a:rPr dirty="0"/>
              <a:t>        print('Positive Even Number')</a:t>
            </a:r>
          </a:p>
          <a:p>
            <a:r>
              <a:rPr dirty="0"/>
              <a:t>    else:</a:t>
            </a:r>
          </a:p>
          <a:p>
            <a:r>
              <a:rPr dirty="0"/>
              <a:t>        print('Positive Odd Number')</a:t>
            </a:r>
          </a:p>
          <a:p>
            <a:r>
              <a:rPr dirty="0"/>
              <a:t>else:</a:t>
            </a:r>
          </a:p>
          <a:p>
            <a:r>
              <a:rPr dirty="0"/>
              <a:t>    print('Non-positive number')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1008"/>
            <a:ext cx="8229600" cy="3298784"/>
          </a:xfrm>
          <a:solidFill>
            <a:schemeClr val="accent3"/>
          </a:solidFill>
        </p:spPr>
        <p:txBody>
          <a:bodyPr/>
          <a:lstStyle/>
          <a:p>
            <a:r>
              <a:rPr lang="en-GB" dirty="0" smtClean="0"/>
              <a:t>THANK YOU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914663"/>
            <a:ext cx="8229600" cy="211500"/>
          </a:xfrm>
        </p:spPr>
        <p:txBody>
          <a:bodyPr>
            <a:normAutofit fontScale="25000" lnSpcReduction="20000"/>
          </a:bodyPr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254</Words>
  <Application>Microsoft Office PowerPoint</Application>
  <PresentationFormat>On-screen Show (4:3)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Decision-Making Statements in Python</vt:lpstr>
      <vt:lpstr>Introduction to Decision-Making</vt:lpstr>
      <vt:lpstr>Basic If Statement</vt:lpstr>
      <vt:lpstr>If-Else Statement</vt:lpstr>
      <vt:lpstr>Elif (Else If) Statement</vt:lpstr>
      <vt:lpstr>Nested If Statements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Decision-Making Statements in Python</dc:title>
  <dc:subject/>
  <dc:creator>student</dc:creator>
  <cp:keywords/>
  <dc:description>generated using python-pptx</dc:description>
  <cp:lastModifiedBy>student</cp:lastModifiedBy>
  <cp:revision>3</cp:revision>
  <dcterms:created xsi:type="dcterms:W3CDTF">2013-01-27T09:14:16Z</dcterms:created>
  <dcterms:modified xsi:type="dcterms:W3CDTF">2025-12-02T04:21:26Z</dcterms:modified>
  <cp:category/>
</cp:coreProperties>
</file>